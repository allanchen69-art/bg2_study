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650" r:id="rId2"/>
    <p:sldId id="653" r:id="rId3"/>
    <p:sldId id="651" r:id="rId4"/>
    <p:sldId id="652" r:id="rId5"/>
    <p:sldId id="277" r:id="rId6"/>
  </p:sldIdLst>
  <p:sldSz cx="9144000" cy="5715000" type="screen16x10"/>
  <p:notesSz cx="6858000" cy="9144000"/>
  <p:defaultTextStyle>
    <a:defPPr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D9FD"/>
    <a:srgbClr val="FF7C00"/>
    <a:srgbClr val="7F7F7F"/>
    <a:srgbClr val="D0E3EA"/>
    <a:srgbClr val="E9F1F6"/>
    <a:srgbClr val="4BACC6"/>
    <a:srgbClr val="31859C"/>
    <a:srgbClr val="F44136"/>
    <a:srgbClr val="00ABF5"/>
    <a:srgbClr val="09A2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6" autoAdjust="0"/>
    <p:restoredTop sz="89825" autoAdjust="0"/>
  </p:normalViewPr>
  <p:slideViewPr>
    <p:cSldViewPr snapToGrid="0" snapToObjects="1">
      <p:cViewPr varScale="1">
        <p:scale>
          <a:sx n="100" d="100"/>
          <a:sy n="100" d="100"/>
        </p:scale>
        <p:origin x="840" y="58"/>
      </p:cViewPr>
      <p:guideLst>
        <p:guide orient="horz" pos="18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8" d="100"/>
        <a:sy n="98" d="100"/>
      </p:scale>
      <p:origin x="0" y="20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8T07:19:46.06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8T07:19:46.41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8T07:19:46.68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8T07:19:46.94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82776D-8DBB-6B4C-921E-4492EBE8FBDF}" type="datetimeFigureOut">
              <a:rPr kumimoji="1" lang="zh-TW" altLang="en-US" smtClean="0"/>
              <a:t>2026/1/8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A5E25-993E-9445-81FD-CFEBDDA1F98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0733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準CTRDC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>
            <a:off x="4787015" y="2530371"/>
            <a:ext cx="3254855" cy="226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2375" tIns="51187" rIns="102375" bIns="5118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charset="0"/>
                <a:ea typeface="新細明體" charset="0"/>
                <a:cs typeface="新細明體" charset="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9pPr>
          </a:lstStyle>
          <a:p>
            <a:pPr eaLnBrk="1" hangingPunct="1"/>
            <a:r>
              <a:rPr kumimoji="0" lang="en-US" altLang="zh-TW" sz="800" dirty="0">
                <a:solidFill>
                  <a:srgbClr val="00B0FF"/>
                </a:solidFill>
                <a:latin typeface="Arial" charset="0"/>
                <a:ea typeface="宋体" charset="0"/>
                <a:cs typeface="Arial" charset="0"/>
              </a:rPr>
              <a:t>BG2 SW R&amp;D Div.</a:t>
            </a:r>
          </a:p>
        </p:txBody>
      </p:sp>
      <p:sp>
        <p:nvSpPr>
          <p:cNvPr id="9" name="矩形 8"/>
          <p:cNvSpPr>
            <a:spLocks noChangeArrowheads="1"/>
          </p:cNvSpPr>
          <p:nvPr userDrawn="1"/>
        </p:nvSpPr>
        <p:spPr bwMode="auto">
          <a:xfrm rot="16200000">
            <a:off x="4537023" y="-512536"/>
            <a:ext cx="69954" cy="6660000"/>
          </a:xfrm>
          <a:prstGeom prst="rect">
            <a:avLst/>
          </a:prstGeom>
          <a:solidFill>
            <a:srgbClr val="F57C00"/>
          </a:solidFill>
          <a:ln>
            <a:noFill/>
          </a:ln>
          <a:effectLst>
            <a:outerShdw blurRad="50800" dist="38100" dir="2700000" algn="tl" rotWithShape="0">
              <a:srgbClr val="000000">
                <a:alpha val="39999"/>
              </a:srgbClr>
            </a:outerShdw>
          </a:effectLst>
        </p:spPr>
        <p:txBody>
          <a:bodyPr lIns="97332" tIns="48667" rIns="97332" bIns="4866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schemeClr val="lt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787013" y="2327737"/>
            <a:ext cx="3206407" cy="267562"/>
          </a:xfrm>
          <a:prstGeom prst="rect">
            <a:avLst/>
          </a:prstGeom>
          <a:noFill/>
        </p:spPr>
        <p:txBody>
          <a:bodyPr wrap="square" lIns="97332" tIns="48667" rIns="97332" bIns="48667" rtlCol="0">
            <a:spAutoFit/>
          </a:bodyPr>
          <a:lstStyle/>
          <a:p>
            <a:pPr algn="l"/>
            <a:r>
              <a:rPr lang="zh-TW" altLang="en-US" sz="1100" dirty="0">
                <a:latin typeface="微軟正黑體"/>
                <a:ea typeface="微軟正黑體"/>
                <a:cs typeface="微軟正黑體"/>
              </a:rPr>
              <a:t>第二事業群</a:t>
            </a:r>
            <a:r>
              <a:rPr lang="en-US" altLang="zh-TW" sz="1100" dirty="0">
                <a:latin typeface="微軟正黑體"/>
                <a:ea typeface="微軟正黑體"/>
                <a:cs typeface="微軟正黑體"/>
              </a:rPr>
              <a:t>-</a:t>
            </a:r>
            <a:r>
              <a:rPr lang="zh-TW" altLang="en-US" sz="1100" dirty="0">
                <a:latin typeface="微軟正黑體"/>
                <a:ea typeface="微軟正黑體"/>
                <a:cs typeface="微軟正黑體"/>
              </a:rPr>
              <a:t>軟體研發處</a:t>
            </a:r>
          </a:p>
        </p:txBody>
      </p:sp>
      <p:sp>
        <p:nvSpPr>
          <p:cNvPr id="21" name="日期版面配置區 2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22" name="頁尾版面配置區 2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  <p:sp>
        <p:nvSpPr>
          <p:cNvPr id="25" name="子標題 2"/>
          <p:cNvSpPr>
            <a:spLocks noGrp="1"/>
          </p:cNvSpPr>
          <p:nvPr>
            <p:ph type="subTitle" idx="1" hasCustomPrompt="1"/>
          </p:nvPr>
        </p:nvSpPr>
        <p:spPr>
          <a:xfrm>
            <a:off x="6483409" y="3492748"/>
            <a:ext cx="1421621" cy="325908"/>
          </a:xfrm>
          <a:ln>
            <a:noFill/>
          </a:ln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 dirty="0"/>
              <a:t>點按可編輯日期</a:t>
            </a:r>
          </a:p>
        </p:txBody>
      </p:sp>
      <p:sp>
        <p:nvSpPr>
          <p:cNvPr id="26" name="標題 1"/>
          <p:cNvSpPr>
            <a:spLocks noGrp="1"/>
          </p:cNvSpPr>
          <p:nvPr>
            <p:ph type="ctrTitle"/>
          </p:nvPr>
        </p:nvSpPr>
        <p:spPr>
          <a:xfrm>
            <a:off x="3336652" y="3005843"/>
            <a:ext cx="4550753" cy="325908"/>
          </a:xfrm>
        </p:spPr>
        <p:txBody>
          <a:bodyPr>
            <a:normAutofit/>
          </a:bodyPr>
          <a:lstStyle>
            <a:lvl1pPr algn="l">
              <a:defRPr sz="2100" baseline="0">
                <a:solidFill>
                  <a:srgbClr val="F57C00"/>
                </a:solidFill>
                <a:latin typeface="Arial" charset="0"/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4C81D5FA-62C9-7D44-AAA9-0FD2244AF7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4699" y="2332253"/>
            <a:ext cx="3639256" cy="429411"/>
          </a:xfrm>
          <a:prstGeom prst="rect">
            <a:avLst/>
          </a:prstGeom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2C7D1AF0-6B2B-5CAF-9A35-15F9DAC1FCE6}"/>
              </a:ext>
            </a:extLst>
          </p:cNvPr>
          <p:cNvGrpSpPr/>
          <p:nvPr/>
        </p:nvGrpSpPr>
        <p:grpSpPr>
          <a:xfrm>
            <a:off x="5295540" y="2415060"/>
            <a:ext cx="106920" cy="152640"/>
            <a:chOff x="5295540" y="2415060"/>
            <a:chExt cx="106920" cy="1526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">
              <p14:nvContentPartPr>
                <p14:cNvPr id="3" name="筆跡 2">
                  <a:extLst>
                    <a:ext uri="{FF2B5EF4-FFF2-40B4-BE49-F238E27FC236}">
                      <a16:creationId xmlns:a16="http://schemas.microsoft.com/office/drawing/2014/main" id="{B93F902E-4DAE-74C6-0ED7-CFE6C52BF480}"/>
                    </a:ext>
                  </a:extLst>
                </p14:cNvPr>
                <p14:cNvContentPartPr/>
                <p14:nvPr userDrawn="1"/>
              </p14:nvContentPartPr>
              <p14:xfrm>
                <a:off x="5295540" y="2415060"/>
                <a:ext cx="360" cy="360"/>
              </p14:xfrm>
            </p:contentPart>
          </mc:Choice>
          <mc:Fallback>
            <p:pic>
              <p:nvPicPr>
                <p:cNvPr id="3" name="筆跡 2">
                  <a:extLst>
                    <a:ext uri="{FF2B5EF4-FFF2-40B4-BE49-F238E27FC236}">
                      <a16:creationId xmlns:a16="http://schemas.microsoft.com/office/drawing/2014/main" id="{B93F902E-4DAE-74C6-0ED7-CFE6C52BF48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277900" y="2307420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">
              <p14:nvContentPartPr>
                <p14:cNvPr id="4" name="筆跡 3">
                  <a:extLst>
                    <a:ext uri="{FF2B5EF4-FFF2-40B4-BE49-F238E27FC236}">
                      <a16:creationId xmlns:a16="http://schemas.microsoft.com/office/drawing/2014/main" id="{B994DFCD-B223-19B4-81E9-94FA9C8B9829}"/>
                    </a:ext>
                  </a:extLst>
                </p14:cNvPr>
                <p14:cNvContentPartPr/>
                <p14:nvPr userDrawn="1"/>
              </p14:nvContentPartPr>
              <p14:xfrm>
                <a:off x="5356380" y="2506500"/>
                <a:ext cx="360" cy="360"/>
              </p14:xfrm>
            </p:contentPart>
          </mc:Choice>
          <mc:Fallback>
            <p:pic>
              <p:nvPicPr>
                <p:cNvPr id="4" name="筆跡 3">
                  <a:extLst>
                    <a:ext uri="{FF2B5EF4-FFF2-40B4-BE49-F238E27FC236}">
                      <a16:creationId xmlns:a16="http://schemas.microsoft.com/office/drawing/2014/main" id="{B994DFCD-B223-19B4-81E9-94FA9C8B982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338740" y="2398860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">
              <p14:nvContentPartPr>
                <p14:cNvPr id="5" name="筆跡 4">
                  <a:extLst>
                    <a:ext uri="{FF2B5EF4-FFF2-40B4-BE49-F238E27FC236}">
                      <a16:creationId xmlns:a16="http://schemas.microsoft.com/office/drawing/2014/main" id="{75E78188-2DC7-781C-610E-5E883CB9E254}"/>
                    </a:ext>
                  </a:extLst>
                </p14:cNvPr>
                <p14:cNvContentPartPr/>
                <p14:nvPr userDrawn="1"/>
              </p14:nvContentPartPr>
              <p14:xfrm>
                <a:off x="5371860" y="2552220"/>
                <a:ext cx="360" cy="360"/>
              </p14:xfrm>
            </p:contentPart>
          </mc:Choice>
          <mc:Fallback>
            <p:pic>
              <p:nvPicPr>
                <p:cNvPr id="5" name="筆跡 4">
                  <a:extLst>
                    <a:ext uri="{FF2B5EF4-FFF2-40B4-BE49-F238E27FC236}">
                      <a16:creationId xmlns:a16="http://schemas.microsoft.com/office/drawing/2014/main" id="{75E78188-2DC7-781C-610E-5E883CB9E25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354220" y="2444580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A276B1AD-2946-6519-44E8-53D54E1CDB41}"/>
                    </a:ext>
                  </a:extLst>
                </p14:cNvPr>
                <p14:cNvContentPartPr/>
                <p14:nvPr userDrawn="1"/>
              </p14:nvContentPartPr>
              <p14:xfrm>
                <a:off x="5402100" y="2567340"/>
                <a:ext cx="360" cy="360"/>
              </p14:xfrm>
            </p:contentPart>
          </mc:Choice>
          <mc:Fallback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A276B1AD-2946-6519-44E8-53D54E1CDB4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384460" y="2459700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58189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準通用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rrowheads="1"/>
          </p:cNvSpPr>
          <p:nvPr userDrawn="1"/>
        </p:nvSpPr>
        <p:spPr bwMode="auto">
          <a:xfrm rot="5400000">
            <a:off x="4241739" y="48512"/>
            <a:ext cx="69954" cy="5537904"/>
          </a:xfrm>
          <a:prstGeom prst="rect">
            <a:avLst/>
          </a:prstGeom>
          <a:solidFill>
            <a:srgbClr val="F57C00"/>
          </a:solidFill>
          <a:ln>
            <a:noFill/>
          </a:ln>
          <a:effectLst>
            <a:outerShdw blurRad="50800" dist="38100" dir="2700000" algn="tl" rotWithShape="0">
              <a:srgbClr val="000000">
                <a:alpha val="39999"/>
              </a:srgbClr>
            </a:outerShdw>
          </a:effectLst>
        </p:spPr>
        <p:txBody>
          <a:bodyPr lIns="97332" tIns="48667" rIns="97332" bIns="4866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schemeClr val="lt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21" name="日期版面配置區 2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pPr/>
              <a:t>2026/1/8</a:t>
            </a:fld>
            <a:endParaRPr kumimoji="1" lang="zh-TW" altLang="en-US" dirty="0"/>
          </a:p>
        </p:txBody>
      </p:sp>
      <p:sp>
        <p:nvSpPr>
          <p:cNvPr id="22" name="頁尾版面配置區 2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  <p:sp>
        <p:nvSpPr>
          <p:cNvPr id="25" name="子標題 2"/>
          <p:cNvSpPr>
            <a:spLocks noGrp="1"/>
          </p:cNvSpPr>
          <p:nvPr>
            <p:ph type="subTitle" idx="1" hasCustomPrompt="1"/>
          </p:nvPr>
        </p:nvSpPr>
        <p:spPr>
          <a:xfrm>
            <a:off x="6229078" y="3492748"/>
            <a:ext cx="1421621" cy="325908"/>
          </a:xfrm>
          <a:ln>
            <a:noFill/>
          </a:ln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 dirty="0"/>
              <a:t>點按可編輯日期</a:t>
            </a:r>
          </a:p>
        </p:txBody>
      </p:sp>
      <p:sp>
        <p:nvSpPr>
          <p:cNvPr id="26" name="標題 1"/>
          <p:cNvSpPr>
            <a:spLocks noGrp="1"/>
          </p:cNvSpPr>
          <p:nvPr>
            <p:ph type="ctrTitle"/>
          </p:nvPr>
        </p:nvSpPr>
        <p:spPr>
          <a:xfrm>
            <a:off x="2979677" y="3005843"/>
            <a:ext cx="4065992" cy="325908"/>
          </a:xfrm>
        </p:spPr>
        <p:txBody>
          <a:bodyPr>
            <a:normAutofit/>
          </a:bodyPr>
          <a:lstStyle>
            <a:lvl1pPr algn="l">
              <a:defRPr sz="2100" baseline="0">
                <a:solidFill>
                  <a:srgbClr val="F57C00"/>
                </a:solidFill>
                <a:latin typeface="Arial" charset="0"/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4C81D5FA-62C9-7D44-AAA9-0FD2244AF7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07764" y="2253525"/>
            <a:ext cx="3639256" cy="42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251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暗色系封面">
    <p:bg>
      <p:bgPr>
        <a:solidFill>
          <a:srgbClr val="3E3E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日期版面配置區 2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pPr/>
              <a:t>2026/1/8</a:t>
            </a:fld>
            <a:endParaRPr kumimoji="1" lang="zh-TW" altLang="en-US" dirty="0"/>
          </a:p>
        </p:txBody>
      </p:sp>
      <p:sp>
        <p:nvSpPr>
          <p:cNvPr id="22" name="頁尾版面配置區 2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  <p:sp>
        <p:nvSpPr>
          <p:cNvPr id="25" name="子標題 2"/>
          <p:cNvSpPr>
            <a:spLocks noGrp="1"/>
          </p:cNvSpPr>
          <p:nvPr>
            <p:ph type="subTitle" idx="1" hasCustomPrompt="1"/>
          </p:nvPr>
        </p:nvSpPr>
        <p:spPr>
          <a:xfrm>
            <a:off x="6229078" y="3492748"/>
            <a:ext cx="1421621" cy="325908"/>
          </a:xfrm>
          <a:ln>
            <a:noFill/>
          </a:ln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  <a:effectLst>
                  <a:outerShdw blurRad="101600" dist="635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 dirty="0"/>
              <a:t>點按可編輯日期</a:t>
            </a:r>
          </a:p>
        </p:txBody>
      </p:sp>
      <p:sp>
        <p:nvSpPr>
          <p:cNvPr id="26" name="標題 1"/>
          <p:cNvSpPr>
            <a:spLocks noGrp="1"/>
          </p:cNvSpPr>
          <p:nvPr>
            <p:ph type="ctrTitle"/>
          </p:nvPr>
        </p:nvSpPr>
        <p:spPr>
          <a:xfrm>
            <a:off x="2979677" y="3005843"/>
            <a:ext cx="4065992" cy="325908"/>
          </a:xfrm>
        </p:spPr>
        <p:txBody>
          <a:bodyPr>
            <a:normAutofit/>
          </a:bodyPr>
          <a:lstStyle>
            <a:lvl1pPr algn="l">
              <a:defRPr sz="2100" baseline="0">
                <a:solidFill>
                  <a:srgbClr val="F57C00"/>
                </a:solidFill>
                <a:effectLst>
                  <a:outerShdw blurRad="101600" dist="63500" dir="2700000" algn="tl" rotWithShape="0">
                    <a:prstClr val="black">
                      <a:alpha val="43000"/>
                    </a:prstClr>
                  </a:outerShdw>
                </a:effectLst>
                <a:latin typeface="Arial" charset="0"/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65004438-2552-7D46-88BA-2E23F462FCA2}"/>
              </a:ext>
            </a:extLst>
          </p:cNvPr>
          <p:cNvGrpSpPr/>
          <p:nvPr userDrawn="1"/>
        </p:nvGrpSpPr>
        <p:grpSpPr>
          <a:xfrm>
            <a:off x="1503272" y="2286078"/>
            <a:ext cx="3639914" cy="364304"/>
            <a:chOff x="4047265" y="725389"/>
            <a:chExt cx="3639914" cy="364304"/>
          </a:xfrm>
          <a:effectLst>
            <a:outerShdw blurRad="63500" dist="635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E4DB9CAA-F5B7-264B-9DE8-6C7E46048F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clrChange>
                <a:clrFrom>
                  <a:srgbClr val="007BC7"/>
                </a:clrFrom>
                <a:clrTo>
                  <a:srgbClr val="007BC7">
                    <a:alpha val="0"/>
                  </a:srgbClr>
                </a:clrTo>
              </a:clrChange>
              <a:grayscl/>
              <a:extLst>
                <a:ext uri="{BEBA8EAE-BF5A-486C-A8C5-ECC9F3942E4B}">
                  <a14:imgProps xmlns:a14="http://schemas.microsoft.com/office/drawing/2010/main">
                    <a14:imgLayer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rcRect b="43004"/>
            <a:stretch/>
          </p:blipFill>
          <p:spPr>
            <a:xfrm>
              <a:off x="4047265" y="725389"/>
              <a:ext cx="1721146" cy="338355"/>
            </a:xfrm>
            <a:prstGeom prst="rect">
              <a:avLst/>
            </a:prstGeom>
          </p:spPr>
        </p:pic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79F5D871-1546-8745-BB16-6C82356D8689}"/>
                </a:ext>
              </a:extLst>
            </p:cNvPr>
            <p:cNvGrpSpPr/>
            <p:nvPr userDrawn="1"/>
          </p:nvGrpSpPr>
          <p:grpSpPr>
            <a:xfrm>
              <a:off x="5826798" y="728654"/>
              <a:ext cx="1860381" cy="361039"/>
              <a:chOff x="5826798" y="728654"/>
              <a:chExt cx="1860381" cy="361039"/>
            </a:xfrm>
          </p:grpSpPr>
          <p:pic>
            <p:nvPicPr>
              <p:cNvPr id="18" name="圖片 17">
                <a:extLst>
                  <a:ext uri="{FF2B5EF4-FFF2-40B4-BE49-F238E27FC236}">
                    <a16:creationId xmlns:a16="http://schemas.microsoft.com/office/drawing/2014/main" id="{5FBF2356-4CA6-3848-BFA1-DB7C640CCFE0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clrChange>
                  <a:clrFrom>
                    <a:srgbClr val="007BC7"/>
                  </a:clrFrom>
                  <a:clrTo>
                    <a:srgbClr val="007BC7">
                      <a:alpha val="0"/>
                    </a:srgbClr>
                  </a:clrTo>
                </a:clrChange>
                <a:grayscl/>
                <a:extLst>
                  <a:ext uri="{BEBA8EAE-BF5A-486C-A8C5-ECC9F3942E4B}">
                    <a14:imgProps xmlns:a14="http://schemas.microsoft.com/office/drawing/2010/main">
                      <a14:imgLayer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 t="56814" r="84441"/>
              <a:stretch/>
            </p:blipFill>
            <p:spPr>
              <a:xfrm>
                <a:off x="5826798" y="728654"/>
                <a:ext cx="377123" cy="361039"/>
              </a:xfrm>
              <a:prstGeom prst="rect">
                <a:avLst/>
              </a:prstGeom>
            </p:spPr>
          </p:pic>
          <p:pic>
            <p:nvPicPr>
              <p:cNvPr id="19" name="圖片 18">
                <a:extLst>
                  <a:ext uri="{FF2B5EF4-FFF2-40B4-BE49-F238E27FC236}">
                    <a16:creationId xmlns:a16="http://schemas.microsoft.com/office/drawing/2014/main" id="{C5800301-8CC8-5F41-B11C-B0C66DFA178C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clrChange>
                  <a:clrFrom>
                    <a:srgbClr val="007BC7"/>
                  </a:clrFrom>
                  <a:clrTo>
                    <a:srgbClr val="007BC7">
                      <a:alpha val="0"/>
                    </a:srgbClr>
                  </a:clrTo>
                </a:clrChange>
                <a:grayscl/>
                <a:extLst>
                  <a:ext uri="{BEBA8EAE-BF5A-486C-A8C5-ECC9F3942E4B}">
                    <a14:imgProps xmlns:a14="http://schemas.microsoft.com/office/drawing/2010/main">
                      <a14:imgLayer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 l="15617" t="56814" r="67283"/>
              <a:stretch/>
            </p:blipFill>
            <p:spPr>
              <a:xfrm>
                <a:off x="6093150" y="728654"/>
                <a:ext cx="414471" cy="361039"/>
              </a:xfrm>
              <a:prstGeom prst="rect">
                <a:avLst/>
              </a:prstGeom>
            </p:spPr>
          </p:pic>
          <p:pic>
            <p:nvPicPr>
              <p:cNvPr id="20" name="圖片 19">
                <a:extLst>
                  <a:ext uri="{FF2B5EF4-FFF2-40B4-BE49-F238E27FC236}">
                    <a16:creationId xmlns:a16="http://schemas.microsoft.com/office/drawing/2014/main" id="{5EEE8330-03AB-C74F-A103-BBB893472455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clrChange>
                  <a:clrFrom>
                    <a:srgbClr val="007BC7"/>
                  </a:clrFrom>
                  <a:clrTo>
                    <a:srgbClr val="007BC7">
                      <a:alpha val="0"/>
                    </a:srgbClr>
                  </a:clrTo>
                </a:clrChange>
                <a:grayscl/>
                <a:extLst>
                  <a:ext uri="{BEBA8EAE-BF5A-486C-A8C5-ECC9F3942E4B}">
                    <a14:imgProps xmlns:a14="http://schemas.microsoft.com/office/drawing/2010/main">
                      <a14:imgLayer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 l="32599" t="56814" r="49433"/>
              <a:stretch/>
            </p:blipFill>
            <p:spPr>
              <a:xfrm>
                <a:off x="6384813" y="728654"/>
                <a:ext cx="435497" cy="361039"/>
              </a:xfrm>
              <a:prstGeom prst="rect">
                <a:avLst/>
              </a:prstGeom>
            </p:spPr>
          </p:pic>
          <p:pic>
            <p:nvPicPr>
              <p:cNvPr id="24" name="圖片 23">
                <a:extLst>
                  <a:ext uri="{FF2B5EF4-FFF2-40B4-BE49-F238E27FC236}">
                    <a16:creationId xmlns:a16="http://schemas.microsoft.com/office/drawing/2014/main" id="{B3C0CB6F-0561-C34B-8330-E442CA37D271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clrChange>
                  <a:clrFrom>
                    <a:srgbClr val="007BC7"/>
                  </a:clrFrom>
                  <a:clrTo>
                    <a:srgbClr val="007BC7">
                      <a:alpha val="0"/>
                    </a:srgbClr>
                  </a:clrTo>
                </a:clrChange>
                <a:grayscl/>
                <a:extLst>
                  <a:ext uri="{BEBA8EAE-BF5A-486C-A8C5-ECC9F3942E4B}">
                    <a14:imgProps xmlns:a14="http://schemas.microsoft.com/office/drawing/2010/main">
                      <a14:imgLayer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 l="50287" t="56814" r="33142"/>
              <a:stretch/>
            </p:blipFill>
            <p:spPr>
              <a:xfrm>
                <a:off x="6706169" y="728654"/>
                <a:ext cx="401653" cy="361039"/>
              </a:xfrm>
              <a:prstGeom prst="rect">
                <a:avLst/>
              </a:prstGeom>
            </p:spPr>
          </p:pic>
          <p:pic>
            <p:nvPicPr>
              <p:cNvPr id="27" name="圖片 26">
                <a:extLst>
                  <a:ext uri="{FF2B5EF4-FFF2-40B4-BE49-F238E27FC236}">
                    <a16:creationId xmlns:a16="http://schemas.microsoft.com/office/drawing/2014/main" id="{34526400-52AB-9245-9565-863A619B1257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clrChange>
                  <a:clrFrom>
                    <a:srgbClr val="007BC7"/>
                  </a:clrFrom>
                  <a:clrTo>
                    <a:srgbClr val="007BC7">
                      <a:alpha val="0"/>
                    </a:srgbClr>
                  </a:clrTo>
                </a:clrChange>
                <a:grayscl/>
                <a:extLst>
                  <a:ext uri="{BEBA8EAE-BF5A-486C-A8C5-ECC9F3942E4B}">
                    <a14:imgProps xmlns:a14="http://schemas.microsoft.com/office/drawing/2010/main">
                      <a14:imgLayer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 l="66917" t="56814" r="16689"/>
              <a:stretch/>
            </p:blipFill>
            <p:spPr>
              <a:xfrm>
                <a:off x="7001202" y="728654"/>
                <a:ext cx="397379" cy="361039"/>
              </a:xfrm>
              <a:prstGeom prst="rect">
                <a:avLst/>
              </a:prstGeom>
            </p:spPr>
          </p:pic>
          <p:pic>
            <p:nvPicPr>
              <p:cNvPr id="28" name="圖片 27">
                <a:extLst>
                  <a:ext uri="{FF2B5EF4-FFF2-40B4-BE49-F238E27FC236}">
                    <a16:creationId xmlns:a16="http://schemas.microsoft.com/office/drawing/2014/main" id="{434679FE-6885-BD45-9B25-4225E41EDC9C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clrChange>
                  <a:clrFrom>
                    <a:srgbClr val="007BC7"/>
                  </a:clrFrom>
                  <a:clrTo>
                    <a:srgbClr val="007BC7">
                      <a:alpha val="0"/>
                    </a:srgbClr>
                  </a:clrTo>
                </a:clrChange>
                <a:grayscl/>
                <a:extLst>
                  <a:ext uri="{BEBA8EAE-BF5A-486C-A8C5-ECC9F3942E4B}">
                    <a14:imgProps xmlns:a14="http://schemas.microsoft.com/office/drawing/2010/main">
                      <a14:imgLayer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 l="84957" t="56814"/>
              <a:stretch/>
            </p:blipFill>
            <p:spPr>
              <a:xfrm>
                <a:off x="7322558" y="728654"/>
                <a:ext cx="364621" cy="361039"/>
              </a:xfrm>
              <a:prstGeom prst="rect">
                <a:avLst/>
              </a:prstGeom>
            </p:spPr>
          </p:pic>
        </p:grpSp>
      </p:grpSp>
      <p:sp>
        <p:nvSpPr>
          <p:cNvPr id="29" name="Text Box 4">
            <a:extLst>
              <a:ext uri="{FF2B5EF4-FFF2-40B4-BE49-F238E27FC236}">
                <a16:creationId xmlns:a16="http://schemas.microsoft.com/office/drawing/2014/main" id="{DB4CC9F4-A9A5-8643-9590-51E2ECE69F1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210919" y="2451643"/>
            <a:ext cx="1906717" cy="25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2375" tIns="51187" rIns="102375" bIns="5118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charset="0"/>
                <a:ea typeface="新細明體" charset="0"/>
                <a:cs typeface="新細明體" charset="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9pPr>
          </a:lstStyle>
          <a:p>
            <a:pPr eaLnBrk="1" hangingPunct="1"/>
            <a:r>
              <a:rPr kumimoji="0" lang="en-US" altLang="zh-TW" sz="1000" dirty="0">
                <a:solidFill>
                  <a:srgbClr val="00B0FF"/>
                </a:solidFill>
                <a:latin typeface="Arial" charset="0"/>
                <a:ea typeface="宋体" charset="0"/>
                <a:cs typeface="Arial" charset="0"/>
              </a:rPr>
              <a:t>Core Technology R&amp;D Center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A892B46-6E5E-214D-B4CF-F5F58DFA17AB}"/>
              </a:ext>
            </a:extLst>
          </p:cNvPr>
          <p:cNvSpPr txBox="1"/>
          <p:nvPr userDrawn="1"/>
        </p:nvSpPr>
        <p:spPr>
          <a:xfrm>
            <a:off x="5210919" y="2249009"/>
            <a:ext cx="1838984" cy="283112"/>
          </a:xfrm>
          <a:prstGeom prst="rect">
            <a:avLst/>
          </a:prstGeom>
          <a:noFill/>
        </p:spPr>
        <p:txBody>
          <a:bodyPr wrap="square" lIns="97332" tIns="48667" rIns="97332" bIns="48667" rtlCol="0">
            <a:spAutoFit/>
          </a:bodyPr>
          <a:lstStyle/>
          <a:p>
            <a:pPr algn="dist"/>
            <a:r>
              <a:rPr lang="zh-TW" altLang="en-US" sz="1200" dirty="0"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核心技術研發中心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94FC159-7C7F-1342-8CAA-EB880F47242A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4241739" y="48512"/>
            <a:ext cx="69954" cy="5537904"/>
          </a:xfrm>
          <a:prstGeom prst="rect">
            <a:avLst/>
          </a:prstGeom>
          <a:solidFill>
            <a:srgbClr val="F57C00"/>
          </a:solidFill>
          <a:ln>
            <a:noFill/>
          </a:ln>
          <a:effectLst>
            <a:outerShdw blurRad="50800" dist="38100" dir="2700000" algn="tl" rotWithShape="0">
              <a:srgbClr val="000000">
                <a:alpha val="39999"/>
              </a:srgbClr>
            </a:outerShdw>
          </a:effectLst>
        </p:spPr>
        <p:txBody>
          <a:bodyPr lIns="97332" tIns="48667" rIns="97332" bIns="4866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schemeClr val="lt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</p:spPr>
        <p:txBody>
          <a:bodyPr>
            <a:normAutofit/>
          </a:bodyPr>
          <a:lstStyle>
            <a:lvl1pPr algn="l">
              <a:defRPr sz="2400">
                <a:solidFill>
                  <a:srgbClr val="7F7F7F"/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40482"/>
            <a:ext cx="8229600" cy="4064654"/>
          </a:xfrm>
        </p:spPr>
        <p:txBody>
          <a:bodyPr/>
          <a:lstStyle>
            <a:lvl1pPr>
              <a:defRPr>
                <a:solidFill>
                  <a:srgbClr val="7F7F7F"/>
                </a:solidFill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2026/1/8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153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(No Bulle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</p:spPr>
        <p:txBody>
          <a:bodyPr>
            <a:normAutofit/>
          </a:bodyPr>
          <a:lstStyle>
            <a:lvl1pPr algn="l">
              <a:defRPr sz="2400">
                <a:solidFill>
                  <a:srgbClr val="7F7F7F"/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40482"/>
            <a:ext cx="8229600" cy="4064654"/>
          </a:xfrm>
        </p:spPr>
        <p:txBody>
          <a:bodyPr lIns="447040"/>
          <a:lstStyle>
            <a:lvl1pPr marL="0" indent="0">
              <a:buFontTx/>
              <a:buNone/>
              <a:defRPr>
                <a:solidFill>
                  <a:srgbClr val="7F7F7F"/>
                </a:solidFill>
              </a:defRPr>
            </a:lvl1pPr>
            <a:lvl2pPr marL="457200" indent="0">
              <a:buFontTx/>
              <a:buNone/>
              <a:defRPr>
                <a:solidFill>
                  <a:srgbClr val="7F7F7F"/>
                </a:solidFill>
              </a:defRPr>
            </a:lvl2pPr>
            <a:lvl3pPr marL="914400" indent="0">
              <a:buFontTx/>
              <a:buNone/>
              <a:defRPr>
                <a:solidFill>
                  <a:srgbClr val="7F7F7F"/>
                </a:solidFill>
              </a:defRPr>
            </a:lvl3pPr>
            <a:lvl4pPr marL="1371600" indent="0">
              <a:buFontTx/>
              <a:buNone/>
              <a:defRPr>
                <a:solidFill>
                  <a:srgbClr val="7F7F7F"/>
                </a:solidFill>
              </a:defRPr>
            </a:lvl4pPr>
            <a:lvl5pPr marL="1828800" indent="0">
              <a:buFontTx/>
              <a:buNone/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2026/1/8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157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(Dark Gray)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  <a:effectLst>
            <a:outerShdw blurRad="101600" dist="635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40482"/>
            <a:ext cx="8229600" cy="4064654"/>
          </a:xfrm>
        </p:spPr>
        <p:txBody>
          <a:bodyPr/>
          <a:lstStyle>
            <a:lvl1pPr>
              <a:buClr>
                <a:srgbClr val="FF8400"/>
              </a:buClr>
              <a:defRPr>
                <a:solidFill>
                  <a:schemeClr val="bg1"/>
                </a:solidFill>
              </a:defRPr>
            </a:lvl1pPr>
            <a:lvl2pPr>
              <a:buClr>
                <a:srgbClr val="FF8400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FF8400"/>
              </a:buClr>
              <a:defRPr>
                <a:solidFill>
                  <a:schemeClr val="bg1"/>
                </a:solidFill>
              </a:defRPr>
            </a:lvl3pPr>
            <a:lvl4pPr>
              <a:buClr>
                <a:srgbClr val="FF8400"/>
              </a:buClr>
              <a:defRPr>
                <a:solidFill>
                  <a:schemeClr val="bg1"/>
                </a:solidFill>
              </a:defRPr>
            </a:lvl4pPr>
            <a:lvl5pPr>
              <a:buClr>
                <a:srgbClr val="FF8400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2026/1/8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649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(Dark Gray, No Bullet)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  <a:effectLst>
            <a:outerShdw blurRad="101600" dist="635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40482"/>
            <a:ext cx="8229600" cy="4064654"/>
          </a:xfrm>
        </p:spPr>
        <p:txBody>
          <a:bodyPr lIns="447040"/>
          <a:lstStyle>
            <a:lvl1pPr marL="0" indent="0">
              <a:buClr>
                <a:srgbClr val="FF8400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Clr>
                <a:srgbClr val="FF8400"/>
              </a:buClr>
              <a:buFontTx/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>
              <a:buClr>
                <a:srgbClr val="FF8400"/>
              </a:buClr>
              <a:buFontTx/>
              <a:buNone/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 marL="1371600" indent="0">
              <a:buClr>
                <a:srgbClr val="FF8400"/>
              </a:buClr>
              <a:buFontTx/>
              <a:buNone/>
              <a:defRPr>
                <a:solidFill>
                  <a:srgbClr val="D9D9D9"/>
                </a:solidFill>
              </a:defRPr>
            </a:lvl4pPr>
            <a:lvl5pPr marL="1828800" indent="0">
              <a:buClr>
                <a:srgbClr val="FF8400"/>
              </a:buClr>
              <a:buFontTx/>
              <a:buNone/>
              <a:defRPr>
                <a:solidFill>
                  <a:srgbClr val="D9D9D9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2026/1/8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8237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、副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</p:spPr>
        <p:txBody>
          <a:bodyPr>
            <a:normAutofit/>
          </a:bodyPr>
          <a:lstStyle>
            <a:lvl1pPr algn="l">
              <a:defRPr sz="2400">
                <a:solidFill>
                  <a:srgbClr val="7F7F7F"/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40482"/>
            <a:ext cx="8229600" cy="4064654"/>
          </a:xfrm>
        </p:spPr>
        <p:txBody>
          <a:bodyPr/>
          <a:lstStyle>
            <a:lvl1pPr>
              <a:defRPr>
                <a:solidFill>
                  <a:srgbClr val="7F7F7F"/>
                </a:solidFill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2026/1/8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  <p:sp>
        <p:nvSpPr>
          <p:cNvPr id="17" name="文字版面配置區 13"/>
          <p:cNvSpPr>
            <a:spLocks noGrp="1"/>
          </p:cNvSpPr>
          <p:nvPr>
            <p:ph type="body" sz="quarter" idx="13" hasCustomPrompt="1"/>
          </p:nvPr>
        </p:nvSpPr>
        <p:spPr>
          <a:xfrm>
            <a:off x="604812" y="723686"/>
            <a:ext cx="8006387" cy="3334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282107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、副標題及物件(No Bulle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</p:spPr>
        <p:txBody>
          <a:bodyPr>
            <a:normAutofit/>
          </a:bodyPr>
          <a:lstStyle>
            <a:lvl1pPr algn="l">
              <a:defRPr sz="2400">
                <a:solidFill>
                  <a:srgbClr val="7F7F7F"/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40482"/>
            <a:ext cx="8229600" cy="4064654"/>
          </a:xfrm>
          <a:effectLst/>
        </p:spPr>
        <p:txBody>
          <a:bodyPr lIns="447040"/>
          <a:lstStyle>
            <a:lvl1pPr marL="0" indent="0">
              <a:buFontTx/>
              <a:buNone/>
              <a:defRPr>
                <a:solidFill>
                  <a:srgbClr val="7F7F7F"/>
                </a:solidFill>
              </a:defRPr>
            </a:lvl1pPr>
            <a:lvl2pPr marL="457200" indent="0">
              <a:buFontTx/>
              <a:buNone/>
              <a:defRPr>
                <a:solidFill>
                  <a:srgbClr val="7F7F7F"/>
                </a:solidFill>
              </a:defRPr>
            </a:lvl2pPr>
            <a:lvl3pPr marL="914400" indent="0">
              <a:buFontTx/>
              <a:buNone/>
              <a:defRPr>
                <a:solidFill>
                  <a:srgbClr val="7F7F7F"/>
                </a:solidFill>
              </a:defRPr>
            </a:lvl3pPr>
            <a:lvl4pPr marL="1371600" indent="0">
              <a:buFontTx/>
              <a:buNone/>
              <a:defRPr>
                <a:solidFill>
                  <a:srgbClr val="7F7F7F"/>
                </a:solidFill>
              </a:defRPr>
            </a:lvl4pPr>
            <a:lvl5pPr marL="1828800" indent="0">
              <a:buFontTx/>
              <a:buNone/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2026/1/8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  <p:sp>
        <p:nvSpPr>
          <p:cNvPr id="17" name="文字版面配置區 13"/>
          <p:cNvSpPr>
            <a:spLocks noGrp="1"/>
          </p:cNvSpPr>
          <p:nvPr>
            <p:ph type="body" sz="quarter" idx="13" hasCustomPrompt="1"/>
          </p:nvPr>
        </p:nvSpPr>
        <p:spPr>
          <a:xfrm>
            <a:off x="604812" y="723686"/>
            <a:ext cx="8006387" cy="3334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926390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、副標題及物件(Dark Gray)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  <a:effectLst>
            <a:outerShdw blurRad="101600" dist="635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40482"/>
            <a:ext cx="8229600" cy="4064654"/>
          </a:xfrm>
        </p:spPr>
        <p:txBody>
          <a:bodyPr/>
          <a:lstStyle>
            <a:lvl1pPr>
              <a:buClr>
                <a:srgbClr val="FF7A00"/>
              </a:buClr>
              <a:defRPr>
                <a:solidFill>
                  <a:schemeClr val="bg1"/>
                </a:solidFill>
              </a:defRPr>
            </a:lvl1pPr>
            <a:lvl2pPr>
              <a:buClr>
                <a:srgbClr val="FF7A00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FF7A00"/>
              </a:buClr>
              <a:defRPr>
                <a:solidFill>
                  <a:schemeClr val="bg1"/>
                </a:solidFill>
              </a:defRPr>
            </a:lvl3pPr>
            <a:lvl4pPr>
              <a:buClr>
                <a:srgbClr val="FF7A00"/>
              </a:buClr>
              <a:defRPr>
                <a:solidFill>
                  <a:schemeClr val="bg1"/>
                </a:solidFill>
              </a:defRPr>
            </a:lvl4pPr>
            <a:lvl5pPr>
              <a:buClr>
                <a:srgbClr val="FF7A00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2026/1/8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  <p:sp>
        <p:nvSpPr>
          <p:cNvPr id="17" name="文字版面配置區 13"/>
          <p:cNvSpPr>
            <a:spLocks noGrp="1"/>
          </p:cNvSpPr>
          <p:nvPr>
            <p:ph type="body" sz="quarter" idx="13" hasCustomPrompt="1"/>
          </p:nvPr>
        </p:nvSpPr>
        <p:spPr>
          <a:xfrm>
            <a:off x="604812" y="723686"/>
            <a:ext cx="8006387" cy="333463"/>
          </a:xfrm>
          <a:effectLst>
            <a:outerShdw blurRad="101600" dist="63500" dir="2700000" algn="tl" rotWithShape="0">
              <a:srgbClr val="000000">
                <a:alpha val="43000"/>
              </a:srgbClr>
            </a:outerShdw>
          </a:effectLst>
        </p:spPr>
        <p:txBody>
          <a:bodyPr>
            <a:no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153416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、副標題及物件(Dark Gray, No Bullet)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  <a:effectLst>
            <a:outerShdw blurRad="101600" dist="635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40482"/>
            <a:ext cx="8229600" cy="4064654"/>
          </a:xfrm>
        </p:spPr>
        <p:txBody>
          <a:bodyPr lIns="447040"/>
          <a:lstStyle>
            <a:lvl1pPr marL="0" indent="0">
              <a:buClr>
                <a:srgbClr val="FF7A00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Clr>
                <a:srgbClr val="FF7A00"/>
              </a:buClr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Clr>
                <a:srgbClr val="FF7A00"/>
              </a:buClr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Clr>
                <a:srgbClr val="FF7A00"/>
              </a:buClr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Clr>
                <a:srgbClr val="FF7A00"/>
              </a:buCl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2026/1/8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  <p:sp>
        <p:nvSpPr>
          <p:cNvPr id="17" name="文字版面配置區 13"/>
          <p:cNvSpPr>
            <a:spLocks noGrp="1"/>
          </p:cNvSpPr>
          <p:nvPr>
            <p:ph type="body" sz="quarter" idx="13" hasCustomPrompt="1"/>
          </p:nvPr>
        </p:nvSpPr>
        <p:spPr>
          <a:xfrm>
            <a:off x="604812" y="723686"/>
            <a:ext cx="8006387" cy="333463"/>
          </a:xfrm>
          <a:effectLst>
            <a:outerShdw blurRad="101600" dist="63500" dir="2700000" algn="tl" rotWithShape="0">
              <a:srgbClr val="000000">
                <a:alpha val="43000"/>
              </a:srgbClr>
            </a:outerShdw>
          </a:effectLst>
        </p:spPr>
        <p:txBody>
          <a:bodyPr>
            <a:no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563111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613750" y="1766962"/>
            <a:ext cx="5397947" cy="676201"/>
          </a:xfrm>
        </p:spPr>
        <p:txBody>
          <a:bodyPr anchor="t"/>
          <a:lstStyle>
            <a:lvl1pPr algn="l">
              <a:defRPr sz="4000" b="0" cap="none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2026/1/8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 rot="5400000">
            <a:off x="1409700" y="358019"/>
            <a:ext cx="674688" cy="3494088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srgbClr val="00000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schemeClr val="lt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lt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7489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029138"/>
            <a:ext cx="4038600" cy="3225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029138"/>
            <a:ext cx="4038600" cy="3225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2026/1/8</a:t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9" name="矩形 8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5194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029138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562273"/>
            <a:ext cx="4040188" cy="3542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029138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562273"/>
            <a:ext cx="4041775" cy="3542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2026/1/8</a:t>
            </a:fld>
            <a:endParaRPr kumimoji="1"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11" name="矩形 10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968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2026/1/8</a:t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147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(Dark Gray)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2026/1/8</a:t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  <a:effectLst>
            <a:outerShdw blurRad="101600" dist="635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>
            <a:lvl1pPr algn="l">
              <a:defRPr sz="2400">
                <a:solidFill>
                  <a:srgbClr val="FFFFFF"/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984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與副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2026/1/8</a:t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  <p:sp>
        <p:nvSpPr>
          <p:cNvPr id="8" name="文字版面配置區 13"/>
          <p:cNvSpPr>
            <a:spLocks noGrp="1"/>
          </p:cNvSpPr>
          <p:nvPr>
            <p:ph type="body" sz="quarter" idx="13" hasCustomPrompt="1"/>
          </p:nvPr>
        </p:nvSpPr>
        <p:spPr>
          <a:xfrm>
            <a:off x="604812" y="723686"/>
            <a:ext cx="8006387" cy="3334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4191721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與副標題(Dark Gray)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2026/1/8</a:t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  <a:effectLst>
            <a:outerShdw blurRad="101600" dist="635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>
            <a:lvl1pPr algn="l">
              <a:defRPr sz="2400">
                <a:solidFill>
                  <a:srgbClr val="FFFFFF"/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  <p:sp>
        <p:nvSpPr>
          <p:cNvPr id="8" name="文字版面配置區 13"/>
          <p:cNvSpPr>
            <a:spLocks noGrp="1"/>
          </p:cNvSpPr>
          <p:nvPr>
            <p:ph type="body" sz="quarter" idx="13" hasCustomPrompt="1"/>
          </p:nvPr>
        </p:nvSpPr>
        <p:spPr>
          <a:xfrm>
            <a:off x="604812" y="723686"/>
            <a:ext cx="8006387" cy="333463"/>
          </a:xfrm>
          <a:effectLst>
            <a:outerShdw blurRad="101600" dist="63500" dir="2700000" algn="tl" rotWithShape="0">
              <a:srgbClr val="000000">
                <a:alpha val="43000"/>
              </a:srgbClr>
            </a:outerShdw>
          </a:effectLst>
        </p:spPr>
        <p:txBody>
          <a:bodyPr>
            <a:noAutofit/>
          </a:bodyPr>
          <a:lstStyle>
            <a:lvl1pPr marL="0" indent="0">
              <a:buFontTx/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3718863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2026/1/8</a:t>
            </a:fld>
            <a:endParaRPr kumimoji="1"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172875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(Dark Gray)"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2026/1/8</a:t>
            </a:fld>
            <a:endParaRPr kumimoji="1"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80524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ks page w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 descr="一張含有 螢幕擷取畫面, 牆, 室內, 藝術 的圖片&#10;&#10;自動產生的描述">
            <a:extLst>
              <a:ext uri="{FF2B5EF4-FFF2-40B4-BE49-F238E27FC236}">
                <a16:creationId xmlns:a16="http://schemas.microsoft.com/office/drawing/2014/main" id="{43953563-D9B6-0029-B0BF-2E2F167018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" y="0"/>
            <a:ext cx="9140447" cy="5715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406D45F3-2CF4-1C31-9F00-D7202AC84E3B}"/>
              </a:ext>
            </a:extLst>
          </p:cNvPr>
          <p:cNvSpPr txBox="1"/>
          <p:nvPr userDrawn="1"/>
        </p:nvSpPr>
        <p:spPr>
          <a:xfrm>
            <a:off x="1081278" y="5401534"/>
            <a:ext cx="69814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0" i="0" dirty="0">
                <a:solidFill>
                  <a:schemeClr val="bg2"/>
                </a:solidFill>
                <a:effectLst/>
                <a:latin typeface="+mn-lt"/>
              </a:rPr>
              <a:t> </a:t>
            </a:r>
            <a:r>
              <a:rPr lang="en-US" altLang="zh-TW" sz="600" b="0" i="0" dirty="0">
                <a:solidFill>
                  <a:schemeClr val="bg2"/>
                </a:solidFill>
                <a:effectLst/>
                <a:latin typeface="+mn-lt"/>
                <a:cs typeface="Arial" panose="020B0604020202020204" pitchFamily="34" charset="0"/>
              </a:rPr>
              <a:t>PEGATRON Corporation © All Rights Reserved. No Further Distribution without Permission.</a:t>
            </a:r>
            <a:endParaRPr lang="zh-TW" altLang="en-US" sz="600" cap="all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984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黑体"/>
              </a:defRPr>
            </a:lvl1pPr>
          </a:lstStyle>
          <a:p>
            <a:fld id="{62C7BDE2-4401-E347-B894-96E96B98C55C}" type="datetimeFigureOut">
              <a:rPr kumimoji="1" lang="zh-TW" altLang="en-US" smtClean="0"/>
              <a:pPr/>
              <a:t>2026/1/8</a:t>
            </a:fld>
            <a:endParaRPr kumimoji="1"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黑体"/>
              </a:defRPr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黑体"/>
              </a:defRPr>
            </a:lvl1pPr>
          </a:lstStyle>
          <a:p>
            <a:fld id="{903D5BB0-1216-8E48-A837-0CCFD9BD7164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  <p:sp>
        <p:nvSpPr>
          <p:cNvPr id="8" name="圓角化同側角落矩形 7"/>
          <p:cNvSpPr>
            <a:spLocks/>
          </p:cNvSpPr>
          <p:nvPr userDrawn="1"/>
        </p:nvSpPr>
        <p:spPr>
          <a:xfrm>
            <a:off x="7884368" y="0"/>
            <a:ext cx="792088" cy="203200"/>
          </a:xfrm>
          <a:prstGeom prst="round2Same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FF6600"/>
              </a:gs>
              <a:gs pos="100000">
                <a:srgbClr val="FF3300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878" tIns="91419" rIns="88878" bIns="165061" rtlCol="0" anchor="t">
            <a:noAutofit/>
          </a:bodyPr>
          <a:lstStyle/>
          <a:p>
            <a:pPr algn="ctr"/>
            <a:r>
              <a:rPr kumimoji="1" lang="en-US" altLang="zh-TW" sz="800" dirty="0">
                <a:latin typeface="Candara"/>
                <a:cs typeface="Candara"/>
              </a:rPr>
              <a:t>Confidential</a:t>
            </a:r>
            <a:endParaRPr kumimoji="1" lang="zh-TW" altLang="en-US" sz="800" dirty="0">
              <a:latin typeface="Candara"/>
              <a:cs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608983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0" r:id="rId2"/>
    <p:sldLayoutId id="2147483669" r:id="rId3"/>
    <p:sldLayoutId id="2147483650" r:id="rId4"/>
    <p:sldLayoutId id="2147483664" r:id="rId5"/>
    <p:sldLayoutId id="2147483660" r:id="rId6"/>
    <p:sldLayoutId id="2147483665" r:id="rId7"/>
    <p:sldLayoutId id="2147483656" r:id="rId8"/>
    <p:sldLayoutId id="2147483666" r:id="rId9"/>
    <p:sldLayoutId id="2147483663" r:id="rId10"/>
    <p:sldLayoutId id="2147483667" r:id="rId11"/>
    <p:sldLayoutId id="2147483651" r:id="rId12"/>
    <p:sldLayoutId id="2147483652" r:id="rId13"/>
    <p:sldLayoutId id="2147483653" r:id="rId14"/>
    <p:sldLayoutId id="2147483654" r:id="rId15"/>
    <p:sldLayoutId id="2147483658" r:id="rId16"/>
    <p:sldLayoutId id="2147483657" r:id="rId17"/>
    <p:sldLayoutId id="2147483659" r:id="rId18"/>
    <p:sldLayoutId id="2147483655" r:id="rId19"/>
    <p:sldLayoutId id="2147483662" r:id="rId20"/>
    <p:sldLayoutId id="2147483671" r:id="rId2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7F7F7F"/>
          </a:solidFill>
          <a:latin typeface="+mn-lt"/>
          <a:ea typeface="Microsoft JhengHei" panose="020B0604030504040204" pitchFamily="34" charset="-120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FF6600"/>
        </a:buClr>
        <a:buSzPct val="50000"/>
        <a:buFont typeface="Wingdings" charset="2"/>
        <a:buChar char=""/>
        <a:defRPr sz="2400" kern="1200">
          <a:solidFill>
            <a:srgbClr val="7F7F7F"/>
          </a:solidFill>
          <a:latin typeface="+mn-lt"/>
          <a:ea typeface="Microsoft JhengHei" panose="020B0604030504040204" pitchFamily="34" charset="-12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FF6600"/>
        </a:buClr>
        <a:buSzPct val="50000"/>
        <a:buFont typeface="Arial"/>
        <a:buChar char="–"/>
        <a:defRPr sz="2000" kern="1200">
          <a:solidFill>
            <a:srgbClr val="7F7F7F"/>
          </a:solidFill>
          <a:latin typeface="+mn-lt"/>
          <a:ea typeface="Microsoft JhengHei" panose="020B0604030504040204" pitchFamily="34" charset="-12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FF6600"/>
        </a:buClr>
        <a:buFont typeface="Arial"/>
        <a:buChar char="•"/>
        <a:defRPr sz="1800" kern="1200">
          <a:solidFill>
            <a:srgbClr val="7F7F7F"/>
          </a:solidFill>
          <a:latin typeface="+mn-lt"/>
          <a:ea typeface="Microsoft JhengHei" panose="020B0604030504040204" pitchFamily="34" charset="-12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FF6600"/>
        </a:buClr>
        <a:buSzPct val="50000"/>
        <a:buFont typeface="Arial"/>
        <a:buChar char="–"/>
        <a:defRPr sz="1600" kern="1200">
          <a:solidFill>
            <a:srgbClr val="7F7F7F"/>
          </a:solidFill>
          <a:latin typeface="+mn-lt"/>
          <a:ea typeface="Microsoft JhengHei" panose="020B0604030504040204" pitchFamily="34" charset="-12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FF6600"/>
        </a:buClr>
        <a:buFont typeface="Arial"/>
        <a:buChar char="»"/>
        <a:defRPr sz="1600" kern="1200">
          <a:solidFill>
            <a:srgbClr val="7F7F7F"/>
          </a:solidFill>
          <a:latin typeface="+mn-lt"/>
          <a:ea typeface="Microsoft JhengHei" panose="020B0604030504040204" pitchFamily="34" charset="-12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ran-git.pegatroncorp.com/5g-o-ran/oam/oam_system/-/issues/219" TargetMode="External"/><Relationship Id="rId2" Type="http://schemas.openxmlformats.org/officeDocument/2006/relationships/hyperlink" Target="https://oran-git.pegatroncorp.com/5g-o-ran/oam/oam_system/-/issues/218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>
            <a:extLst>
              <a:ext uri="{FF2B5EF4-FFF2-40B4-BE49-F238E27FC236}">
                <a16:creationId xmlns:a16="http://schemas.microsoft.com/office/drawing/2014/main" id="{132F6085-79EA-874B-8AE5-6B67F903FA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D6A113B-B62F-904B-8F06-8D8A1B06A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3778" y="3005843"/>
            <a:ext cx="3771891" cy="325908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Title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698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79B05A-9064-7D07-D172-7E11AFADA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Guideline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74B0AD-EA50-521F-E327-61C9BE1E3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1800" dirty="0"/>
              <a:t>Put your name in DRI</a:t>
            </a:r>
          </a:p>
          <a:p>
            <a:r>
              <a:rPr lang="en-US" altLang="zh-TW" sz="1800" dirty="0"/>
              <a:t>Indentation, text, capitalization, style, color, please follow the template</a:t>
            </a:r>
          </a:p>
          <a:p>
            <a:r>
              <a:rPr lang="en-US" altLang="zh-TW" sz="1800" dirty="0"/>
              <a:t>If the starting number of the month and day is zero, please omit the number zero</a:t>
            </a:r>
            <a:br>
              <a:rPr lang="en-US" altLang="zh-TW" sz="1800" dirty="0"/>
            </a:br>
            <a:r>
              <a:rPr lang="en-US" altLang="zh-TW" sz="1800" dirty="0"/>
              <a:t>06/02 </a:t>
            </a:r>
            <a:r>
              <a:rPr lang="en-US" altLang="zh-TW" sz="1800" dirty="0">
                <a:sym typeface="Wingdings" panose="05000000000000000000" pitchFamily="2" charset="2"/>
              </a:rPr>
              <a:t> 6/2</a:t>
            </a:r>
            <a:endParaRPr lang="en-US" altLang="zh-TW" sz="1800" dirty="0"/>
          </a:p>
          <a:p>
            <a:r>
              <a:rPr lang="en-US" altLang="zh-TW" sz="1800" dirty="0"/>
              <a:t>Keep last week’s description only in the note field if any</a:t>
            </a:r>
            <a:br>
              <a:rPr lang="en-US" altLang="zh-TW" sz="1800" dirty="0"/>
            </a:br>
            <a:r>
              <a:rPr lang="en-US" altLang="zh-TW" sz="1800" dirty="0"/>
              <a:t>Don't keep descriptions </a:t>
            </a:r>
            <a:r>
              <a:rPr lang="en-US" altLang="zh-TW" sz="1800" b="1" dirty="0"/>
              <a:t>older than last week</a:t>
            </a:r>
          </a:p>
          <a:p>
            <a:r>
              <a:rPr lang="en-US" altLang="zh-TW" sz="1800" dirty="0"/>
              <a:t>Status field has only the following three states (all lowercase)</a:t>
            </a:r>
            <a:br>
              <a:rPr lang="en-US" altLang="zh-TW" sz="1800" dirty="0"/>
            </a:br>
            <a:r>
              <a:rPr lang="en-US" altLang="zh-TW" sz="1800" b="1" dirty="0"/>
              <a:t>ongoing, done, pending</a:t>
            </a:r>
          </a:p>
          <a:p>
            <a:r>
              <a:rPr lang="en-US" altLang="zh-TW" sz="1800" b="1" dirty="0"/>
              <a:t>FILENAME</a:t>
            </a:r>
            <a:r>
              <a:rPr lang="en-US" altLang="zh-TW" sz="1800" dirty="0"/>
              <a:t> for this report follows the naming rule as below</a:t>
            </a:r>
            <a:br>
              <a:rPr lang="en-US" altLang="zh-TW" sz="1800" dirty="0"/>
            </a:br>
            <a:r>
              <a:rPr lang="en-US" altLang="zh-TW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OAM_Weekly_Status_YuYang_20230609.pptx</a:t>
            </a:r>
          </a:p>
          <a:p>
            <a:r>
              <a:rPr lang="en-US" altLang="zh-TW" sz="1800" b="1" dirty="0"/>
              <a:t>Please discuss with me if you have any question</a:t>
            </a:r>
          </a:p>
          <a:p>
            <a:endParaRPr lang="zh-TW" altLang="en-US" sz="18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FC21856-91AB-3705-CDE8-EB8060AAAE3E}"/>
              </a:ext>
            </a:extLst>
          </p:cNvPr>
          <p:cNvSpPr txBox="1"/>
          <p:nvPr/>
        </p:nvSpPr>
        <p:spPr>
          <a:xfrm>
            <a:off x="625253" y="4713447"/>
            <a:ext cx="78934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>
                <a:solidFill>
                  <a:srgbClr val="FF0000"/>
                </a:solidFill>
              </a:rPr>
              <a:t>REMOVE THIS PAGE when you send out this report</a:t>
            </a:r>
          </a:p>
        </p:txBody>
      </p:sp>
    </p:spTree>
    <p:extLst>
      <p:ext uri="{BB962C8B-B14F-4D97-AF65-F5344CB8AC3E}">
        <p14:creationId xmlns:p14="http://schemas.microsoft.com/office/powerpoint/2010/main" val="436585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516358-49ED-48D8-8464-2090F3A90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Tasks status – OAM</a:t>
            </a: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2FF0BB3-B820-3637-40EA-0356AAD7C9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6034459"/>
              </p:ext>
            </p:extLst>
          </p:nvPr>
        </p:nvGraphicFramePr>
        <p:xfrm>
          <a:off x="2" y="676673"/>
          <a:ext cx="9143997" cy="244983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510742">
                  <a:extLst>
                    <a:ext uri="{9D8B030D-6E8A-4147-A177-3AD203B41FA5}">
                      <a16:colId xmlns:a16="http://schemas.microsoft.com/office/drawing/2014/main" val="1838727099"/>
                    </a:ext>
                  </a:extLst>
                </a:gridCol>
                <a:gridCol w="1689799">
                  <a:extLst>
                    <a:ext uri="{9D8B030D-6E8A-4147-A177-3AD203B41FA5}">
                      <a16:colId xmlns:a16="http://schemas.microsoft.com/office/drawing/2014/main" val="1412039833"/>
                    </a:ext>
                  </a:extLst>
                </a:gridCol>
                <a:gridCol w="445012">
                  <a:extLst>
                    <a:ext uri="{9D8B030D-6E8A-4147-A177-3AD203B41FA5}">
                      <a16:colId xmlns:a16="http://schemas.microsoft.com/office/drawing/2014/main" val="528370532"/>
                    </a:ext>
                  </a:extLst>
                </a:gridCol>
                <a:gridCol w="426862">
                  <a:extLst>
                    <a:ext uri="{9D8B030D-6E8A-4147-A177-3AD203B41FA5}">
                      <a16:colId xmlns:a16="http://schemas.microsoft.com/office/drawing/2014/main" val="1641208857"/>
                    </a:ext>
                  </a:extLst>
                </a:gridCol>
                <a:gridCol w="610512">
                  <a:extLst>
                    <a:ext uri="{9D8B030D-6E8A-4147-A177-3AD203B41FA5}">
                      <a16:colId xmlns:a16="http://schemas.microsoft.com/office/drawing/2014/main" val="3527434975"/>
                    </a:ext>
                  </a:extLst>
                </a:gridCol>
                <a:gridCol w="5461070">
                  <a:extLst>
                    <a:ext uri="{9D8B030D-6E8A-4147-A177-3AD203B41FA5}">
                      <a16:colId xmlns:a16="http://schemas.microsoft.com/office/drawing/2014/main" val="3187193343"/>
                    </a:ext>
                  </a:extLst>
                </a:gridCol>
              </a:tblGrid>
              <a:tr h="8769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Event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Task item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Target</a:t>
                      </a:r>
                    </a:p>
                    <a:p>
                      <a:pPr algn="ctr" fontAlgn="ctr"/>
                      <a:r>
                        <a:rPr lang="en-US" altLang="zh-TW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Date</a:t>
                      </a:r>
                      <a:endParaRPr lang="zh-TW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Status</a:t>
                      </a:r>
                      <a:endParaRPr lang="zh-TW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DRI</a:t>
                      </a:r>
                      <a:endParaRPr lang="zh-TW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Note</a:t>
                      </a:r>
                      <a:endParaRPr lang="zh-TW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/>
                </a:tc>
                <a:extLst>
                  <a:ext uri="{0D108BD9-81ED-4DB2-BD59-A6C34878D82A}">
                    <a16:rowId xmlns:a16="http://schemas.microsoft.com/office/drawing/2014/main" val="926107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All-In-One</a:t>
                      </a:r>
                      <a:endParaRPr kumimoji="0" lang="zh-TW" alt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Bug </a:t>
                      </a:r>
                      <a:r>
                        <a:rPr kumimoji="0" lang="en-US" altLang="zh-TW" sz="1000" b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fixs</a:t>
                      </a:r>
                      <a:br>
                        <a:rPr kumimoji="0" lang="en-US" altLang="zh-TW" sz="10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</a:br>
                      <a:r>
                        <a:rPr kumimoji="0" lang="en-US" altLang="zh-CN" sz="10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hlinkClick r:id="rId2"/>
                        </a:rPr>
                        <a:t>Gitlab Link #218</a:t>
                      </a:r>
                      <a:endParaRPr kumimoji="0" lang="en-US" altLang="zh-TW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6/2</a:t>
                      </a:r>
                      <a:endParaRPr kumimoji="0" lang="en-US" altLang="zh-TW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0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done</a:t>
                      </a:r>
                      <a:endParaRPr kumimoji="0" lang="zh-TW" alt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zh-TW" sz="10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Jorge</a:t>
                      </a:r>
                      <a:endParaRPr kumimoji="0" lang="en-US" altLang="zh-TW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zh-CN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</a:rPr>
                        <a:t>5/26</a:t>
                      </a:r>
                    </a:p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000" b="0" dirty="0">
                          <a:solidFill>
                            <a:schemeClr val="accent1"/>
                          </a:solidFill>
                        </a:rPr>
                        <a:t>NFM</a:t>
                      </a:r>
                    </a:p>
                    <a:p>
                      <a:pPr marL="177800" lvl="1" indent="-8890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000" b="0" dirty="0">
                          <a:solidFill>
                            <a:schemeClr val="accent1"/>
                          </a:solidFill>
                        </a:rPr>
                        <a:t>Fix API: POST v1/</a:t>
                      </a:r>
                      <a:r>
                        <a:rPr lang="en-US" altLang="zh-TW" sz="1000" b="0" dirty="0" err="1">
                          <a:solidFill>
                            <a:schemeClr val="accent1"/>
                          </a:solidFill>
                        </a:rPr>
                        <a:t>saviah</a:t>
                      </a:r>
                      <a:r>
                        <a:rPr lang="en-US" altLang="zh-TW" sz="1000" b="0" dirty="0">
                          <a:solidFill>
                            <a:schemeClr val="accent1"/>
                          </a:solidFill>
                        </a:rPr>
                        <a:t>/</a:t>
                      </a:r>
                      <a:r>
                        <a:rPr lang="en-US" altLang="zh-TW" sz="1000" b="0" dirty="0" err="1">
                          <a:solidFill>
                            <a:schemeClr val="accent1"/>
                          </a:solidFill>
                        </a:rPr>
                        <a:t>data_network</a:t>
                      </a:r>
                      <a:endParaRPr lang="en-US" altLang="zh-TW" sz="1000" b="0" dirty="0">
                        <a:solidFill>
                          <a:schemeClr val="accent1"/>
                        </a:solidFill>
                      </a:endParaRPr>
                    </a:p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zh-CN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</a:rPr>
                        <a:t>6/2</a:t>
                      </a:r>
                    </a:p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000" b="0" dirty="0">
                          <a:solidFill>
                            <a:schemeClr val="accent1"/>
                          </a:solidFill>
                        </a:rPr>
                        <a:t>NFM</a:t>
                      </a:r>
                    </a:p>
                    <a:p>
                      <a:pPr marL="177800" lvl="1" indent="-8890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000" b="0" dirty="0">
                          <a:solidFill>
                            <a:schemeClr val="accent1"/>
                          </a:solidFill>
                        </a:rPr>
                        <a:t>Fix API: PUT v1/</a:t>
                      </a:r>
                      <a:r>
                        <a:rPr lang="en-US" altLang="zh-TW" sz="1000" b="0" dirty="0" err="1">
                          <a:solidFill>
                            <a:schemeClr val="accent1"/>
                          </a:solidFill>
                        </a:rPr>
                        <a:t>saviah</a:t>
                      </a:r>
                      <a:r>
                        <a:rPr lang="en-US" altLang="zh-TW" sz="1000" b="0" dirty="0">
                          <a:solidFill>
                            <a:schemeClr val="accent1"/>
                          </a:solidFill>
                        </a:rPr>
                        <a:t>/</a:t>
                      </a:r>
                      <a:r>
                        <a:rPr lang="en-US" altLang="zh-TW" sz="1000" b="0" dirty="0" err="1">
                          <a:solidFill>
                            <a:schemeClr val="accent1"/>
                          </a:solidFill>
                        </a:rPr>
                        <a:t>data_network</a:t>
                      </a:r>
                      <a:endParaRPr lang="en-US" altLang="zh-TW" sz="1000" b="0" dirty="0">
                        <a:solidFill>
                          <a:schemeClr val="accent1"/>
                        </a:solidFill>
                      </a:endParaRPr>
                    </a:p>
                    <a:p>
                      <a:pPr marL="177800" lvl="1" indent="-8890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000" b="0" dirty="0">
                          <a:solidFill>
                            <a:schemeClr val="accent1"/>
                          </a:solidFill>
                        </a:rPr>
                        <a:t>Fix API: DELETE v1/</a:t>
                      </a:r>
                      <a:r>
                        <a:rPr lang="en-US" altLang="zh-TW" sz="1000" b="0" dirty="0" err="1">
                          <a:solidFill>
                            <a:schemeClr val="accent1"/>
                          </a:solidFill>
                        </a:rPr>
                        <a:t>saviah</a:t>
                      </a:r>
                      <a:r>
                        <a:rPr lang="en-US" altLang="zh-TW" sz="1000" b="0" dirty="0">
                          <a:solidFill>
                            <a:schemeClr val="accent1"/>
                          </a:solidFill>
                        </a:rPr>
                        <a:t>/</a:t>
                      </a:r>
                      <a:r>
                        <a:rPr lang="en-US" altLang="zh-TW" sz="1000" b="0" dirty="0" err="1">
                          <a:solidFill>
                            <a:schemeClr val="accent1"/>
                          </a:solidFill>
                        </a:rPr>
                        <a:t>data_network</a:t>
                      </a:r>
                      <a:endParaRPr lang="en-US" altLang="zh-TW" sz="1000" b="0" dirty="0">
                        <a:solidFill>
                          <a:schemeClr val="accent1"/>
                        </a:solidFill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1000" b="0" dirty="0">
                          <a:solidFill>
                            <a:schemeClr val="accent1"/>
                          </a:solidFill>
                        </a:rPr>
                        <a:t>TODO</a:t>
                      </a:r>
                    </a:p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000" b="0" dirty="0">
                          <a:solidFill>
                            <a:schemeClr val="accent1"/>
                          </a:solidFill>
                        </a:rPr>
                        <a:t>TODO item description</a:t>
                      </a:r>
                    </a:p>
                  </a:txBody>
                  <a:tcPr marL="3810" marR="3810" marT="3810" marB="0" anchor="ctr"/>
                </a:tc>
                <a:extLst>
                  <a:ext uri="{0D108BD9-81ED-4DB2-BD59-A6C34878D82A}">
                    <a16:rowId xmlns:a16="http://schemas.microsoft.com/office/drawing/2014/main" val="2950952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All-In-One</a:t>
                      </a:r>
                      <a:endParaRPr kumimoji="0" lang="zh-TW" altLang="en-US" sz="1000" b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</a:endParaRPr>
                    </a:p>
                    <a:p>
                      <a:pPr>
                        <a:buNone/>
                      </a:pPr>
                      <a:endParaRPr kumimoji="0" lang="en-US" altLang="zh-TW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Add SQN default value in CM -&gt; UE page</a:t>
                      </a:r>
                      <a:br>
                        <a:rPr kumimoji="0" lang="en-US" altLang="zh-TW" sz="10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</a:br>
                      <a:r>
                        <a:rPr kumimoji="0" lang="en-US" altLang="zh-TW" sz="10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hlinkClick r:id="rId3"/>
                        </a:rPr>
                        <a:t>Git</a:t>
                      </a:r>
                      <a:r>
                        <a:rPr kumimoji="0" lang="en-US" altLang="zh-CN" sz="10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hlinkClick r:id="rId3"/>
                        </a:rPr>
                        <a:t>lab Link #219</a:t>
                      </a:r>
                      <a:endParaRPr kumimoji="0" lang="en-US" altLang="zh-TW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0" lang="en-US" altLang="zh-TW" sz="10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6/2</a:t>
                      </a:r>
                      <a:endParaRPr kumimoji="0" lang="en-US" altLang="zh-TW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0" lang="en-US" altLang="zh-TW" sz="10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ongoing</a:t>
                      </a:r>
                      <a:br>
                        <a:rPr kumimoji="0" lang="en-US" altLang="zh-TW" sz="10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</a:br>
                      <a:r>
                        <a:rPr kumimoji="0" lang="en-US" altLang="zh-TW" sz="10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(70%)</a:t>
                      </a:r>
                      <a:endParaRPr kumimoji="0" lang="en-US" altLang="zh-TW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zh-TW" sz="10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Jorge</a:t>
                      </a:r>
                      <a:endParaRPr kumimoji="0" lang="en-US" altLang="zh-TW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zh-CN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</a:rPr>
                        <a:t>6/2</a:t>
                      </a:r>
                    </a:p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zh-TW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PORTAL</a:t>
                      </a:r>
                    </a:p>
                    <a:p>
                      <a:pPr marL="177800" lvl="1" indent="-8890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zh-TW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Add default SQN to </a:t>
                      </a:r>
                      <a:r>
                        <a:rPr kumimoji="0" lang="en-US" altLang="zh-TW" sz="10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getDefaultSubscriber</a:t>
                      </a:r>
                      <a:endParaRPr kumimoji="0" lang="en-US" altLang="zh-TW" sz="10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266700" lvl="2" indent="-8890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000" dirty="0">
                          <a:solidFill>
                            <a:schemeClr val="accent1"/>
                          </a:solidFill>
                        </a:rPr>
                        <a:t>Next level item 1</a:t>
                      </a:r>
                    </a:p>
                    <a:p>
                      <a:pPr marL="266700" lvl="2" indent="-8890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000" dirty="0">
                          <a:solidFill>
                            <a:schemeClr val="accent1"/>
                          </a:solidFill>
                        </a:rPr>
                        <a:t>Next level item 2</a:t>
                      </a:r>
                    </a:p>
                  </a:txBody>
                  <a:tcPr marL="3810" marR="3810" marT="3810" marB="0" anchor="ctr"/>
                </a:tc>
                <a:extLst>
                  <a:ext uri="{0D108BD9-81ED-4DB2-BD59-A6C34878D82A}">
                    <a16:rowId xmlns:a16="http://schemas.microsoft.com/office/drawing/2014/main" val="586545674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C67F0480-1AEC-4AFE-E0BA-74A6C70154F6}"/>
              </a:ext>
            </a:extLst>
          </p:cNvPr>
          <p:cNvSpPr/>
          <p:nvPr/>
        </p:nvSpPr>
        <p:spPr>
          <a:xfrm>
            <a:off x="3588402" y="963827"/>
            <a:ext cx="2362612" cy="4843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8B198E5F-4C59-E165-E04F-BB4EE13D2E40}"/>
              </a:ext>
            </a:extLst>
          </p:cNvPr>
          <p:cNvCxnSpPr>
            <a:cxnSpLocks/>
            <a:stCxn id="10" idx="1"/>
            <a:endCxn id="6" idx="3"/>
          </p:cNvCxnSpPr>
          <p:nvPr/>
        </p:nvCxnSpPr>
        <p:spPr>
          <a:xfrm flipH="1" flipV="1">
            <a:off x="5951014" y="1206020"/>
            <a:ext cx="850146" cy="3459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AA3A5082-EF2C-77A4-1925-F305FECB7EA4}"/>
              </a:ext>
            </a:extLst>
          </p:cNvPr>
          <p:cNvSpPr/>
          <p:nvPr/>
        </p:nvSpPr>
        <p:spPr>
          <a:xfrm>
            <a:off x="6801160" y="1225789"/>
            <a:ext cx="1472924" cy="65243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ea typeface="Microsoft JhengHei" panose="020B0604030504040204" pitchFamily="34" charset="-120"/>
              </a:rPr>
              <a:t>Keep last week's description only if any</a:t>
            </a:r>
            <a:endParaRPr kumimoji="1" lang="zh-TW" altLang="en-US" sz="1400" dirty="0">
              <a:ea typeface="Microsoft JhengHei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F9B1A3-AD46-005D-2F36-98F3A2B0C604}"/>
              </a:ext>
            </a:extLst>
          </p:cNvPr>
          <p:cNvSpPr/>
          <p:nvPr/>
        </p:nvSpPr>
        <p:spPr>
          <a:xfrm>
            <a:off x="2673178" y="2735084"/>
            <a:ext cx="366583" cy="186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7C3306E5-7220-BEDC-E10B-3697BC511785}"/>
              </a:ext>
            </a:extLst>
          </p:cNvPr>
          <p:cNvCxnSpPr>
            <a:cxnSpLocks/>
            <a:stCxn id="14" idx="0"/>
            <a:endCxn id="12" idx="2"/>
          </p:cNvCxnSpPr>
          <p:nvPr/>
        </p:nvCxnSpPr>
        <p:spPr>
          <a:xfrm flipH="1" flipV="1">
            <a:off x="2856470" y="2921840"/>
            <a:ext cx="2143073" cy="10724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3C54D336-C176-78C0-ADCD-65D96744063F}"/>
              </a:ext>
            </a:extLst>
          </p:cNvPr>
          <p:cNvSpPr/>
          <p:nvPr/>
        </p:nvSpPr>
        <p:spPr>
          <a:xfrm>
            <a:off x="2589974" y="3994285"/>
            <a:ext cx="4819137" cy="40036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ea typeface="Microsoft JhengHei" panose="020B0604030504040204" pitchFamily="34" charset="-120"/>
              </a:rPr>
              <a:t>If the status is ongoing, please add the completion percentage below, and for other statuses, please remove the percentage</a:t>
            </a:r>
            <a:endParaRPr kumimoji="1" lang="zh-TW" altLang="en-US" sz="1400" dirty="0">
              <a:ea typeface="Microsoft JhengHei" panose="020B0604030504040204" pitchFamily="34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DF1AB44-B09B-BDE5-6397-E625239EABAC}"/>
              </a:ext>
            </a:extLst>
          </p:cNvPr>
          <p:cNvSpPr/>
          <p:nvPr/>
        </p:nvSpPr>
        <p:spPr>
          <a:xfrm>
            <a:off x="3646891" y="2058150"/>
            <a:ext cx="1472924" cy="3143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BF567F95-3D2C-341A-8B77-6799D68D092C}"/>
              </a:ext>
            </a:extLst>
          </p:cNvPr>
          <p:cNvCxnSpPr>
            <a:cxnSpLocks/>
            <a:stCxn id="23" idx="1"/>
            <a:endCxn id="21" idx="3"/>
          </p:cNvCxnSpPr>
          <p:nvPr/>
        </p:nvCxnSpPr>
        <p:spPr>
          <a:xfrm flipH="1" flipV="1">
            <a:off x="5119815" y="2215324"/>
            <a:ext cx="1739833" cy="3049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9C14710C-BD6D-FA1A-D0A4-CA0C750D90EE}"/>
              </a:ext>
            </a:extLst>
          </p:cNvPr>
          <p:cNvSpPr/>
          <p:nvPr/>
        </p:nvSpPr>
        <p:spPr>
          <a:xfrm>
            <a:off x="6859648" y="2320111"/>
            <a:ext cx="1472925" cy="40036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ea typeface="Microsoft JhengHei" panose="020B0604030504040204" pitchFamily="34" charset="-120"/>
              </a:rPr>
              <a:t>TODO item description if any</a:t>
            </a:r>
            <a:endParaRPr kumimoji="1" lang="zh-TW" altLang="en-US" sz="1400" dirty="0">
              <a:ea typeface="Microsoft JhengHei" panose="020B0604030504040204" pitchFamily="34" charset="-12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A212812-BA11-15CE-4280-421EABC7FBB3}"/>
              </a:ext>
            </a:extLst>
          </p:cNvPr>
          <p:cNvSpPr/>
          <p:nvPr/>
        </p:nvSpPr>
        <p:spPr>
          <a:xfrm>
            <a:off x="492622" y="2821202"/>
            <a:ext cx="871563" cy="186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31A08543-670F-A433-24CD-C7A5D97EF3E5}"/>
              </a:ext>
            </a:extLst>
          </p:cNvPr>
          <p:cNvCxnSpPr>
            <a:cxnSpLocks/>
            <a:stCxn id="35" idx="0"/>
            <a:endCxn id="33" idx="2"/>
          </p:cNvCxnSpPr>
          <p:nvPr/>
        </p:nvCxnSpPr>
        <p:spPr>
          <a:xfrm flipH="1" flipV="1">
            <a:off x="928404" y="3007958"/>
            <a:ext cx="1883995" cy="18782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B15CF142-A9B5-C18A-2AE5-B3CC7EE0BE39}"/>
              </a:ext>
            </a:extLst>
          </p:cNvPr>
          <p:cNvSpPr/>
          <p:nvPr/>
        </p:nvSpPr>
        <p:spPr>
          <a:xfrm>
            <a:off x="696922" y="4886203"/>
            <a:ext cx="4230954" cy="40036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ea typeface="Microsoft JhengHei" panose="020B0604030504040204" pitchFamily="34" charset="-120"/>
              </a:rPr>
              <a:t>Please put the Gitlab issue hyperlink here</a:t>
            </a:r>
            <a:br>
              <a:rPr kumimoji="1" lang="en-US" altLang="zh-TW" sz="1400" dirty="0">
                <a:ea typeface="Microsoft JhengHei" panose="020B0604030504040204" pitchFamily="34" charset="-120"/>
              </a:rPr>
            </a:br>
            <a:r>
              <a:rPr kumimoji="1" lang="en-US" altLang="zh-TW" sz="1400" dirty="0">
                <a:ea typeface="Microsoft JhengHei" panose="020B0604030504040204" pitchFamily="34" charset="-120"/>
              </a:rPr>
              <a:t>If you don’t have an issue, you </a:t>
            </a:r>
            <a:r>
              <a:rPr kumimoji="1" lang="en-US" altLang="zh-TW" sz="14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SHALL</a:t>
            </a:r>
            <a:r>
              <a:rPr kumimoji="1" lang="en-US" altLang="zh-TW" sz="1400" dirty="0">
                <a:ea typeface="Microsoft JhengHei" panose="020B0604030504040204" pitchFamily="34" charset="-120"/>
              </a:rPr>
              <a:t> create a new one </a:t>
            </a:r>
            <a:endParaRPr kumimoji="1" lang="zh-TW" altLang="en-US" sz="1400" dirty="0">
              <a:ea typeface="Microsoft JhengHei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C96AC9-72C4-54E0-A5E0-F3ECD378757E}"/>
              </a:ext>
            </a:extLst>
          </p:cNvPr>
          <p:cNvSpPr/>
          <p:nvPr/>
        </p:nvSpPr>
        <p:spPr>
          <a:xfrm>
            <a:off x="3739772" y="1575548"/>
            <a:ext cx="323130" cy="186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02230AB5-4B2E-7D2F-9ADE-C4036B3E9C70}"/>
              </a:ext>
            </a:extLst>
          </p:cNvPr>
          <p:cNvCxnSpPr>
            <a:cxnSpLocks/>
            <a:stCxn id="20" idx="3"/>
            <a:endCxn id="11" idx="1"/>
          </p:cNvCxnSpPr>
          <p:nvPr/>
        </p:nvCxnSpPr>
        <p:spPr>
          <a:xfrm>
            <a:off x="2603978" y="1248258"/>
            <a:ext cx="1135794" cy="4206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7EDBCE86-9575-0404-9B86-E2962DA79BC1}"/>
              </a:ext>
            </a:extLst>
          </p:cNvPr>
          <p:cNvSpPr/>
          <p:nvPr/>
        </p:nvSpPr>
        <p:spPr>
          <a:xfrm>
            <a:off x="750053" y="1130103"/>
            <a:ext cx="1853925" cy="23631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ea typeface="Microsoft JhengHei" panose="020B0604030504040204" pitchFamily="34" charset="-120"/>
              </a:rPr>
              <a:t>Put module name here</a:t>
            </a:r>
            <a:endParaRPr kumimoji="1" lang="zh-TW" altLang="en-US" sz="14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6003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1CD62D-A22E-680F-35DA-B17921C72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Put task item name here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E761894-21AA-5CDA-9A4E-5836917DA401}"/>
              </a:ext>
            </a:extLst>
          </p:cNvPr>
          <p:cNvSpPr txBox="1"/>
          <p:nvPr/>
        </p:nvSpPr>
        <p:spPr>
          <a:xfrm>
            <a:off x="1141764" y="1967196"/>
            <a:ext cx="6494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4000" dirty="0">
                <a:ea typeface="Microsoft JhengHei" panose="020B0604030504040204" pitchFamily="34" charset="-120"/>
              </a:rPr>
              <a:t>Put your task detail here if any</a:t>
            </a:r>
            <a:endParaRPr kumimoji="1" lang="zh-TW" altLang="en-US" sz="4000" dirty="0">
              <a:ea typeface="Microsoft JhengHei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F4D6925-E6F3-DA19-988E-764792F4DCF5}"/>
              </a:ext>
            </a:extLst>
          </p:cNvPr>
          <p:cNvSpPr txBox="1"/>
          <p:nvPr/>
        </p:nvSpPr>
        <p:spPr>
          <a:xfrm>
            <a:off x="642552" y="3319602"/>
            <a:ext cx="785889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FF0000"/>
                </a:solidFill>
              </a:rPr>
              <a:t>REMOVE THIS PAGE </a:t>
            </a:r>
          </a:p>
          <a:p>
            <a:pPr algn="ctr"/>
            <a:r>
              <a:rPr lang="en-US" altLang="zh-TW" sz="2800" b="1" dirty="0"/>
              <a:t>when you send out this report</a:t>
            </a:r>
          </a:p>
          <a:p>
            <a:pPr algn="ctr"/>
            <a:r>
              <a:rPr lang="en-US" altLang="zh-TW" sz="2800" b="1" dirty="0"/>
              <a:t>If you don’t add anything in this page</a:t>
            </a:r>
          </a:p>
        </p:txBody>
      </p:sp>
    </p:spTree>
    <p:extLst>
      <p:ext uri="{BB962C8B-B14F-4D97-AF65-F5344CB8AC3E}">
        <p14:creationId xmlns:p14="http://schemas.microsoft.com/office/powerpoint/2010/main" val="4056701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7AD6E-5057-939D-F415-C560F4394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4664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kumimoji="1" dirty="0">
            <a:ea typeface="Microsoft JhengHei" panose="020B0604030504040204" pitchFamily="34" charset="-12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tailEnd type="triangle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dirty="0">
            <a:ea typeface="Microsoft JhengHei" panose="020B0604030504040204" pitchFamily="34" charset="-12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簡報範本.pptx" id="{C4B2354E-D2B7-4E6F-B6E2-6BE9763D69E9}" vid="{DEB38413-A941-4F84-901A-6D4FFC72C9B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Pega_BU6_Template_20210505</Template>
  <TotalTime>970</TotalTime>
  <Words>308</Words>
  <Application>Microsoft Office PowerPoint</Application>
  <PresentationFormat>如螢幕大小 (16:10)</PresentationFormat>
  <Paragraphs>52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3" baseType="lpstr">
      <vt:lpstr>微軟正黑體</vt:lpstr>
      <vt:lpstr>微軟正黑體</vt:lpstr>
      <vt:lpstr>Arial</vt:lpstr>
      <vt:lpstr>Calibri</vt:lpstr>
      <vt:lpstr>Candara</vt:lpstr>
      <vt:lpstr>Courier New</vt:lpstr>
      <vt:lpstr>Wingdings</vt:lpstr>
      <vt:lpstr>Office 佈景主題</vt:lpstr>
      <vt:lpstr>Title</vt:lpstr>
      <vt:lpstr>Guideline</vt:lpstr>
      <vt:lpstr>Tasks status – OAM</vt:lpstr>
      <vt:lpstr>Put task item name here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OAM Weekly Status Report</dc:title>
  <dc:subject/>
  <dc:creator>Sean Hsieh(謝光勳_Pegatron)</dc:creator>
  <cp:keywords/>
  <dc:description/>
  <cp:lastModifiedBy>YuYang Chao(趙玉暘_Pegatron)</cp:lastModifiedBy>
  <cp:revision>40</cp:revision>
  <dcterms:created xsi:type="dcterms:W3CDTF">2023-06-05T11:47:23Z</dcterms:created>
  <dcterms:modified xsi:type="dcterms:W3CDTF">2026-01-08T07:22:15Z</dcterms:modified>
  <cp:category/>
</cp:coreProperties>
</file>